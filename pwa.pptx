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2" r:id="rId4"/>
    <p:sldId id="266" r:id="rId5"/>
    <p:sldId id="263" r:id="rId6"/>
    <p:sldId id="276" r:id="rId7"/>
    <p:sldId id="267" r:id="rId8"/>
    <p:sldId id="268" r:id="rId9"/>
    <p:sldId id="265" r:id="rId10"/>
    <p:sldId id="269" r:id="rId11"/>
    <p:sldId id="271" r:id="rId12"/>
    <p:sldId id="270" r:id="rId13"/>
    <p:sldId id="257" r:id="rId14"/>
    <p:sldId id="258" r:id="rId15"/>
    <p:sldId id="259" r:id="rId16"/>
    <p:sldId id="261" r:id="rId17"/>
    <p:sldId id="260" r:id="rId18"/>
    <p:sldId id="262" r:id="rId19"/>
    <p:sldId id="274" r:id="rId20"/>
    <p:sldId id="275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1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569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96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723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239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702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68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84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36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47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24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99C9A-26C2-4AD0-AC8D-7FC904579DB8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EB61B-6068-41F4-A106-6FA7387A38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83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imi.a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wabuilder.com/imageGenerato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wabuilder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/>
              <a:t>PWA (</a:t>
            </a:r>
            <a:r>
              <a:rPr lang="pt-BR" b="1" dirty="0" err="1" smtClean="0"/>
              <a:t>Progressive</a:t>
            </a:r>
            <a:r>
              <a:rPr lang="pt-BR" b="1" dirty="0" smtClean="0"/>
              <a:t> Web </a:t>
            </a:r>
            <a:r>
              <a:rPr lang="pt-BR" b="1" dirty="0" err="1" smtClean="0"/>
              <a:t>App</a:t>
            </a:r>
            <a:r>
              <a:rPr lang="pt-BR" b="1" dirty="0" smtClean="0"/>
              <a:t>)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0445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Criação de site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Crie um site em IA</a:t>
            </a:r>
            <a:endParaRPr lang="pt-BR" dirty="0"/>
          </a:p>
          <a:p>
            <a:r>
              <a:rPr lang="pt-BR" dirty="0" smtClean="0"/>
              <a:t>Utilize a IA: </a:t>
            </a:r>
            <a:r>
              <a:rPr lang="pt-BR" dirty="0" smtClean="0">
                <a:hlinkClick r:id="rId2"/>
              </a:rPr>
              <a:t>https://www.kimi.ai/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Escolha um dos temas abaixo: </a:t>
            </a:r>
          </a:p>
          <a:p>
            <a:pPr lvl="1"/>
            <a:r>
              <a:rPr lang="pt-BR" dirty="0" smtClean="0"/>
              <a:t>Loja de veículos</a:t>
            </a:r>
          </a:p>
          <a:p>
            <a:pPr lvl="1"/>
            <a:r>
              <a:rPr lang="pt-BR" dirty="0" err="1" smtClean="0"/>
              <a:t>Petshop</a:t>
            </a:r>
            <a:endParaRPr lang="pt-BR" dirty="0" smtClean="0"/>
          </a:p>
          <a:p>
            <a:pPr lvl="1"/>
            <a:r>
              <a:rPr lang="pt-BR" dirty="0" smtClean="0"/>
              <a:t>Restaurante</a:t>
            </a:r>
          </a:p>
          <a:p>
            <a:pPr lvl="1"/>
            <a:r>
              <a:rPr lang="pt-BR" dirty="0" smtClean="0"/>
              <a:t>Academia</a:t>
            </a:r>
          </a:p>
          <a:p>
            <a:pPr lvl="1"/>
            <a:r>
              <a:rPr lang="pt-BR" dirty="0" smtClean="0"/>
              <a:t>Salão/barbearia</a:t>
            </a:r>
          </a:p>
          <a:p>
            <a:pPr lvl="1"/>
            <a:r>
              <a:rPr lang="pt-BR" dirty="0" smtClean="0"/>
              <a:t>Site de vagas</a:t>
            </a:r>
          </a:p>
          <a:p>
            <a:pPr lvl="1"/>
            <a:r>
              <a:rPr lang="pt-BR" dirty="0" smtClean="0"/>
              <a:t>Imobiliária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736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PWA (</a:t>
            </a:r>
            <a:r>
              <a:rPr lang="pt-BR" b="1" dirty="0" err="1" smtClean="0"/>
              <a:t>Progressive</a:t>
            </a:r>
            <a:r>
              <a:rPr lang="pt-BR" b="1" dirty="0" smtClean="0"/>
              <a:t> Web </a:t>
            </a:r>
            <a:r>
              <a:rPr lang="pt-BR" b="1" dirty="0" err="1" smtClean="0"/>
              <a:t>App</a:t>
            </a:r>
            <a:r>
              <a:rPr lang="pt-BR" b="1" dirty="0" smtClean="0"/>
              <a:t>)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pt-BR" dirty="0" smtClean="0"/>
              <a:t>PWA (</a:t>
            </a:r>
            <a:r>
              <a:rPr lang="pt-BR" dirty="0" err="1" smtClean="0"/>
              <a:t>Progressive</a:t>
            </a:r>
            <a:r>
              <a:rPr lang="pt-BR" dirty="0" smtClean="0"/>
              <a:t> Web </a:t>
            </a:r>
            <a:r>
              <a:rPr lang="pt-BR" dirty="0" err="1" smtClean="0"/>
              <a:t>App</a:t>
            </a:r>
            <a:r>
              <a:rPr lang="pt-BR" dirty="0" smtClean="0"/>
              <a:t>) é uma tecnologia que permite transformar um site em uma experiência semelhante a um aplicativo.</a:t>
            </a:r>
            <a:br>
              <a:rPr lang="pt-BR" dirty="0" smtClean="0"/>
            </a:br>
            <a:r>
              <a:rPr lang="pt-BR" dirty="0" smtClean="0"/>
              <a:t>Pode ser instalado no celular ou computador, com ícone na tela inicial e funcionamento em tela cheia.</a:t>
            </a:r>
            <a:br>
              <a:rPr lang="pt-BR" dirty="0" smtClean="0"/>
            </a:br>
            <a:r>
              <a:rPr lang="pt-BR" dirty="0" smtClean="0"/>
              <a:t>Também pode oferecer recursos como funcionamento </a:t>
            </a:r>
            <a:r>
              <a:rPr lang="pt-BR" dirty="0" err="1" smtClean="0"/>
              <a:t>offline</a:t>
            </a:r>
            <a:r>
              <a:rPr lang="pt-BR" dirty="0" smtClean="0"/>
              <a:t>, notificações e acesso a algumas funções do dispositivo.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143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manifest.json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</a:pPr>
            <a:r>
              <a:rPr lang="pt-BR" dirty="0" smtClean="0"/>
              <a:t>O </a:t>
            </a:r>
            <a:r>
              <a:rPr lang="pt-BR" dirty="0" err="1" smtClean="0"/>
              <a:t>manifest.json</a:t>
            </a:r>
            <a:r>
              <a:rPr lang="pt-BR" dirty="0" smtClean="0"/>
              <a:t> é um arquivo de configuração que diz ao navegador e ao celular como seu aplicativo PWA deve se comportar, como nome, ícones e cores.</a:t>
            </a:r>
          </a:p>
          <a:p>
            <a:pPr algn="just">
              <a:lnSpc>
                <a:spcPct val="160000"/>
              </a:lnSpc>
            </a:pPr>
            <a:endParaRPr lang="pt-BR" dirty="0" smtClean="0"/>
          </a:p>
          <a:p>
            <a:pPr algn="just">
              <a:lnSpc>
                <a:spcPct val="160000"/>
              </a:lnSpc>
            </a:pPr>
            <a:r>
              <a:rPr lang="pt-BR" dirty="0" smtClean="0"/>
              <a:t>Ele permite que seu site seja instalado na tela inicial do celular, funcionando em tela cheia como um </a:t>
            </a:r>
            <a:r>
              <a:rPr lang="pt-BR" dirty="0" err="1" smtClean="0"/>
              <a:t>app</a:t>
            </a:r>
            <a:r>
              <a:rPr lang="pt-BR" dirty="0" smtClean="0"/>
              <a:t> nativo, sem as barras do navegador.</a:t>
            </a:r>
          </a:p>
          <a:p>
            <a:pPr algn="just">
              <a:lnSpc>
                <a:spcPct val="160000"/>
              </a:lnSpc>
            </a:pPr>
            <a:endParaRPr lang="pt-BR" dirty="0" smtClean="0"/>
          </a:p>
          <a:p>
            <a:pPr algn="just">
              <a:lnSpc>
                <a:spcPct val="160000"/>
              </a:lnSpc>
            </a:pPr>
            <a:r>
              <a:rPr lang="pt-BR" dirty="0" smtClean="0"/>
              <a:t>Sem ele, o site não pode ser transformado em APK, pois é o arquivo que o </a:t>
            </a:r>
            <a:r>
              <a:rPr lang="pt-BR" dirty="0" err="1" smtClean="0"/>
              <a:t>PWABuilder</a:t>
            </a:r>
            <a:r>
              <a:rPr lang="pt-BR" dirty="0" smtClean="0"/>
              <a:t> e outros geradores usam para criar o aplicativo.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488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manifest.json</a:t>
            </a:r>
            <a:endParaRPr lang="pt-BR" b="1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359" y="0"/>
            <a:ext cx="8191641" cy="6172200"/>
          </a:xfrm>
          <a:prstGeom prst="rect">
            <a:avLst/>
          </a:prstGeom>
        </p:spPr>
      </p:pic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838200" y="1825625"/>
            <a:ext cx="2987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dirty="0" smtClean="0"/>
              <a:t>O </a:t>
            </a:r>
            <a:r>
              <a:rPr lang="pt-BR" dirty="0" err="1" smtClean="0"/>
              <a:t>short_name</a:t>
            </a:r>
            <a:r>
              <a:rPr lang="pt-BR" dirty="0" smtClean="0"/>
              <a:t> é o nome que ficará no APP, mude se quiser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2371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manifest.json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b="1" dirty="0" smtClean="0"/>
              <a:t>No &lt;</a:t>
            </a:r>
            <a:r>
              <a:rPr lang="pt-BR" b="1" dirty="0" err="1" smtClean="0"/>
              <a:t>head</a:t>
            </a:r>
            <a:r>
              <a:rPr lang="pt-BR" b="1" dirty="0" smtClean="0"/>
              <a:t>&gt; do seu index.html, você precisa ter: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457200" lvl="1" indent="0">
              <a:buNone/>
            </a:pPr>
            <a:r>
              <a:rPr lang="pt-BR" dirty="0" smtClean="0"/>
              <a:t>&lt;link </a:t>
            </a:r>
            <a:r>
              <a:rPr lang="pt-BR" dirty="0" err="1" smtClean="0"/>
              <a:t>rel</a:t>
            </a:r>
            <a:r>
              <a:rPr lang="pt-BR" dirty="0" smtClean="0"/>
              <a:t>="</a:t>
            </a:r>
            <a:r>
              <a:rPr lang="pt-BR" dirty="0" err="1" smtClean="0"/>
              <a:t>manifest</a:t>
            </a:r>
            <a:r>
              <a:rPr lang="pt-BR" dirty="0" smtClean="0"/>
              <a:t>" </a:t>
            </a:r>
            <a:r>
              <a:rPr lang="pt-BR" dirty="0" err="1" smtClean="0"/>
              <a:t>href</a:t>
            </a:r>
            <a:r>
              <a:rPr lang="pt-BR" dirty="0" smtClean="0"/>
              <a:t>="</a:t>
            </a:r>
            <a:r>
              <a:rPr lang="pt-BR" dirty="0" err="1" smtClean="0"/>
              <a:t>manifest.json</a:t>
            </a:r>
            <a:r>
              <a:rPr lang="pt-BR" dirty="0" smtClean="0"/>
              <a:t>"&gt;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67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</a:t>
            </a:r>
            <a:r>
              <a:rPr lang="pt-BR" b="1" dirty="0" smtClean="0"/>
              <a:t>w.js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pt-BR" dirty="0" smtClean="0"/>
              <a:t>O sw.js (Service </a:t>
            </a:r>
            <a:r>
              <a:rPr lang="pt-BR" dirty="0" err="1" smtClean="0"/>
              <a:t>Worker</a:t>
            </a:r>
            <a:r>
              <a:rPr lang="pt-BR" dirty="0" smtClean="0"/>
              <a:t>) é um script que roda em segundo plano no celular, permitindo que seu </a:t>
            </a:r>
            <a:r>
              <a:rPr lang="pt-BR" dirty="0" err="1" smtClean="0"/>
              <a:t>app</a:t>
            </a:r>
            <a:r>
              <a:rPr lang="pt-BR" dirty="0" smtClean="0"/>
              <a:t> funcione sem internet e envie notificações </a:t>
            </a:r>
            <a:r>
              <a:rPr lang="pt-BR" dirty="0" err="1" smtClean="0"/>
              <a:t>push</a:t>
            </a:r>
            <a:r>
              <a:rPr lang="pt-BR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Ele age como um "proxy" entre o </a:t>
            </a:r>
            <a:r>
              <a:rPr lang="pt-BR" dirty="0" err="1" smtClean="0"/>
              <a:t>app</a:t>
            </a:r>
            <a:r>
              <a:rPr lang="pt-BR" dirty="0" smtClean="0"/>
              <a:t> e a rede, salvando os arquivos do site em cache para que o </a:t>
            </a:r>
            <a:r>
              <a:rPr lang="pt-BR" dirty="0" err="1" smtClean="0"/>
              <a:t>app</a:t>
            </a:r>
            <a:r>
              <a:rPr lang="pt-BR" dirty="0" smtClean="0"/>
              <a:t> abra instantaneamente e </a:t>
            </a:r>
            <a:r>
              <a:rPr lang="pt-BR" dirty="0" err="1" smtClean="0"/>
              <a:t>offline</a:t>
            </a:r>
            <a:r>
              <a:rPr lang="pt-BR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pt-BR" dirty="0" smtClean="0"/>
          </a:p>
          <a:p>
            <a:pPr algn="just">
              <a:lnSpc>
                <a:spcPct val="150000"/>
              </a:lnSpc>
            </a:pPr>
            <a:r>
              <a:rPr lang="pt-BR" dirty="0" smtClean="0"/>
              <a:t>Sem ele, seu PWA ainda funciona, mas depende 100% da internet e não terá recursos como notificações ou instalação "nativa" completa.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678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</a:t>
            </a:r>
            <a:r>
              <a:rPr lang="pt-BR" dirty="0" smtClean="0"/>
              <a:t>w.js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687"/>
            <a:ext cx="6006121" cy="493081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504" y="1331089"/>
            <a:ext cx="6227496" cy="484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1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Gerador de </a:t>
            </a:r>
            <a:r>
              <a:rPr lang="pt-BR" dirty="0" err="1" smtClean="0"/>
              <a:t>icones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hlinkClick r:id="rId2"/>
              </a:rPr>
              <a:t>https://www.pwabuilder.com/imageGenerator</a:t>
            </a:r>
            <a:endParaRPr lang="pt-BR" dirty="0" smtClean="0"/>
          </a:p>
          <a:p>
            <a:r>
              <a:rPr lang="pt-BR" dirty="0" smtClean="0"/>
              <a:t>Use as imagens dos tamanhos abaixo</a:t>
            </a:r>
          </a:p>
          <a:p>
            <a:r>
              <a:rPr lang="de-DE" b="1" dirty="0"/>
              <a:t>icon-192.png</a:t>
            </a:r>
            <a:r>
              <a:rPr lang="de-DE" dirty="0"/>
              <a:t> - 192x192 pixels</a:t>
            </a:r>
          </a:p>
          <a:p>
            <a:r>
              <a:rPr lang="de-DE" b="1" dirty="0"/>
              <a:t>icon-512.png</a:t>
            </a:r>
            <a:r>
              <a:rPr lang="de-DE" dirty="0"/>
              <a:t> - 512x512 </a:t>
            </a:r>
            <a:r>
              <a:rPr lang="de-DE" dirty="0" smtClean="0"/>
              <a:t>pixels</a:t>
            </a:r>
          </a:p>
          <a:p>
            <a:endParaRPr lang="de-DE" dirty="0"/>
          </a:p>
          <a:p>
            <a:r>
              <a:rPr lang="de-DE" b="1" dirty="0" smtClean="0"/>
              <a:t>Mantenha esse mesmo nome nas imagens e salve na raiz do site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79107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Hospedando Online no </a:t>
            </a:r>
            <a:r>
              <a:rPr lang="pt-BR" b="1" dirty="0" err="1" smtClean="0"/>
              <a:t>Github</a:t>
            </a:r>
            <a:r>
              <a:rPr lang="pt-BR" b="1" dirty="0" smtClean="0"/>
              <a:t> </a:t>
            </a:r>
            <a:r>
              <a:rPr lang="pt-BR" b="1" dirty="0" err="1" smtClean="0"/>
              <a:t>pages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 smtClean="0"/>
              <a:t>O GitHub </a:t>
            </a:r>
            <a:r>
              <a:rPr lang="pt-BR" dirty="0" err="1" smtClean="0"/>
              <a:t>Pages</a:t>
            </a:r>
            <a:r>
              <a:rPr lang="pt-BR" dirty="0" smtClean="0"/>
              <a:t> é um serviço do GitHub que permite publicar sites diretamente a partir de um repositório.</a:t>
            </a:r>
            <a:br>
              <a:rPr lang="pt-BR" dirty="0" smtClean="0"/>
            </a:br>
            <a:r>
              <a:rPr lang="pt-BR" dirty="0" smtClean="0"/>
              <a:t>Ele é muito utilizado para hospedar páginas estáticas feitas com HTML, CSS e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br>
              <a:rPr lang="pt-BR" dirty="0" smtClean="0"/>
            </a:br>
            <a:r>
              <a:rPr lang="pt-BR" dirty="0" smtClean="0"/>
              <a:t>É gratuito para projetos públicos e pode ser acessado por meio de um endereço na internet.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808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Hospedando Online no </a:t>
            </a:r>
            <a:r>
              <a:rPr lang="pt-BR" dirty="0" err="1" smtClean="0"/>
              <a:t>Github</a:t>
            </a:r>
            <a:r>
              <a:rPr lang="pt-BR" dirty="0" smtClean="0"/>
              <a:t> </a:t>
            </a:r>
            <a:r>
              <a:rPr lang="pt-BR" dirty="0" err="1" smtClean="0"/>
              <a:t>pages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https://github.com/?locale=pt-br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586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Criando </a:t>
            </a:r>
            <a:r>
              <a:rPr lang="pt-BR" b="1" dirty="0" err="1" smtClean="0"/>
              <a:t>repositóriov</a:t>
            </a:r>
            <a:r>
              <a:rPr lang="pt-BR" b="1" dirty="0"/>
              <a:t> </a:t>
            </a:r>
            <a:r>
              <a:rPr lang="pt-BR" b="1" dirty="0" smtClean="0"/>
              <a:t>&gt; New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72" y="1247753"/>
            <a:ext cx="11843855" cy="5610247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807077">
            <a:off x="2500132" y="2604304"/>
            <a:ext cx="2372811" cy="1049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202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Criando repositório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67" y="1825625"/>
            <a:ext cx="93154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05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Adicionando arquivos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1100"/>
            <a:ext cx="11879785" cy="4225863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4393274" y="6007047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8599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Adicionando arquivos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957" y="1825625"/>
            <a:ext cx="10098086" cy="4351338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6974428" y="3908114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 para a Direita 5"/>
          <p:cNvSpPr/>
          <p:nvPr/>
        </p:nvSpPr>
        <p:spPr>
          <a:xfrm rot="12040592">
            <a:off x="3814540" y="6134368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24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Settings &gt; </a:t>
            </a:r>
            <a:r>
              <a:rPr lang="pt-BR" dirty="0" err="1" smtClean="0"/>
              <a:t>Pages</a:t>
            </a:r>
            <a:r>
              <a:rPr lang="pt-BR" dirty="0" smtClean="0"/>
              <a:t> &gt; em </a:t>
            </a:r>
            <a:r>
              <a:rPr lang="pt-BR" dirty="0" err="1" smtClean="0"/>
              <a:t>branch</a:t>
            </a:r>
            <a:r>
              <a:rPr lang="pt-BR" dirty="0" smtClean="0"/>
              <a:t> selecione </a:t>
            </a:r>
            <a:r>
              <a:rPr lang="pt-BR" dirty="0" err="1" smtClean="0"/>
              <a:t>main</a:t>
            </a:r>
            <a:r>
              <a:rPr lang="pt-BR" dirty="0" smtClean="0"/>
              <a:t> e clique em </a:t>
            </a:r>
            <a:r>
              <a:rPr lang="pt-BR" dirty="0" err="1" smtClean="0"/>
              <a:t>save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3338"/>
            <a:ext cx="10500360" cy="4615911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7981425" y="2380256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 para a Direita 5"/>
          <p:cNvSpPr/>
          <p:nvPr/>
        </p:nvSpPr>
        <p:spPr>
          <a:xfrm rot="12040592">
            <a:off x="2645498" y="6162921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 para a Direita 6"/>
          <p:cNvSpPr/>
          <p:nvPr/>
        </p:nvSpPr>
        <p:spPr>
          <a:xfrm rot="12909579">
            <a:off x="4208081" y="5055252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Direita 7"/>
          <p:cNvSpPr/>
          <p:nvPr/>
        </p:nvSpPr>
        <p:spPr>
          <a:xfrm rot="12040592">
            <a:off x="6067742" y="4695193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593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 está processando </a:t>
            </a:r>
            <a:r>
              <a:rPr lang="pt-BR" dirty="0" smtClean="0"/>
              <a:t>o </a:t>
            </a:r>
            <a:r>
              <a:rPr lang="pt-BR" dirty="0"/>
              <a:t>site. Aguarde </a:t>
            </a:r>
            <a:r>
              <a:rPr lang="pt-BR" b="1" dirty="0"/>
              <a:t>2 a 5 minutos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https://danilohsilva.github.io/ProjetoPWA/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9" y="2697479"/>
            <a:ext cx="12079941" cy="400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9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PWABuilder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 smtClean="0">
                <a:hlinkClick r:id="rId2"/>
              </a:rPr>
              <a:t>https://www.pwabuilder.com/</a:t>
            </a: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>
              <a:lnSpc>
                <a:spcPct val="150000"/>
              </a:lnSpc>
            </a:pPr>
            <a:r>
              <a:rPr lang="pt-BR" dirty="0" smtClean="0"/>
              <a:t>O site PWABuilder.com é uma ferramenta online gratuita que transforma seu site PWA em um APK pronto para instalar no celular, sem precisar de programação complexa.</a:t>
            </a:r>
          </a:p>
          <a:p>
            <a:pPr>
              <a:lnSpc>
                <a:spcPct val="150000"/>
              </a:lnSpc>
            </a:pP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dirty="0" smtClean="0"/>
              <a:t>Você só cola o link do seu site, ele verifica se está tudo certo e gera os arquivos de instalação (APK e AAB) para </a:t>
            </a:r>
            <a:r>
              <a:rPr lang="pt-BR" dirty="0" err="1" smtClean="0"/>
              <a:t>Android</a:t>
            </a:r>
            <a:r>
              <a:rPr lang="pt-BR" dirty="0" smtClean="0"/>
              <a:t>, além de pacotes para outras lojas.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1080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PWABuilder</a:t>
            </a:r>
            <a:endParaRPr lang="pt-BR" b="1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732" y="1825625"/>
            <a:ext cx="10214535" cy="4351338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4833111" y="4787790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78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PWABuilder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2118"/>
            <a:ext cx="10629536" cy="4925882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9150468" y="2935840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887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PWABuilder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302" y="0"/>
            <a:ext cx="5778098" cy="6729982"/>
          </a:xfrm>
          <a:prstGeom prst="rect">
            <a:avLst/>
          </a:prstGeom>
        </p:spPr>
      </p:pic>
      <p:sp>
        <p:nvSpPr>
          <p:cNvPr id="5" name="Seta para a Direita 4"/>
          <p:cNvSpPr/>
          <p:nvPr/>
        </p:nvSpPr>
        <p:spPr>
          <a:xfrm rot="12040592">
            <a:off x="9520857" y="2183485"/>
            <a:ext cx="1657825" cy="5567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812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 smtClean="0"/>
              <a:t>PWABuilder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41" y="1790548"/>
            <a:ext cx="4376435" cy="506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Resultado Final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Baixar o arquivo APK</a:t>
            </a:r>
          </a:p>
          <a:p>
            <a:r>
              <a:rPr lang="pt-BR" dirty="0" smtClean="0"/>
              <a:t>Instalar no celular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38291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440</Words>
  <Application>Microsoft Office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do Office</vt:lpstr>
      <vt:lpstr>PWA (Progressive Web App)</vt:lpstr>
      <vt:lpstr>Criação de site</vt:lpstr>
      <vt:lpstr>PWA (Progressive Web App)</vt:lpstr>
      <vt:lpstr>manifest.json</vt:lpstr>
      <vt:lpstr>manifest.json</vt:lpstr>
      <vt:lpstr>manifest.json</vt:lpstr>
      <vt:lpstr>sw.js</vt:lpstr>
      <vt:lpstr>sw.js</vt:lpstr>
      <vt:lpstr>Gerador de icones</vt:lpstr>
      <vt:lpstr>Hospedando Online no Github pages</vt:lpstr>
      <vt:lpstr>Hospedando Online no Github pages</vt:lpstr>
      <vt:lpstr>Criando repositóriov &gt; New</vt:lpstr>
      <vt:lpstr>Criando repositório</vt:lpstr>
      <vt:lpstr>Adicionando arquivos </vt:lpstr>
      <vt:lpstr>Adicionando arquivos </vt:lpstr>
      <vt:lpstr>Settings &gt; Pages &gt; em branch selecione main e clique em save</vt:lpstr>
      <vt:lpstr>GitHub está processando o site. Aguarde 2 a 5 minutos</vt:lpstr>
      <vt:lpstr>PWABuilder</vt:lpstr>
      <vt:lpstr>PWABuilder</vt:lpstr>
      <vt:lpstr>PWABuilder</vt:lpstr>
      <vt:lpstr>PWABuilder</vt:lpstr>
      <vt:lpstr>PWABuilder</vt:lpstr>
      <vt:lpstr>Resultado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Danilo</dc:creator>
  <cp:lastModifiedBy>Danilo</cp:lastModifiedBy>
  <cp:revision>13</cp:revision>
  <dcterms:created xsi:type="dcterms:W3CDTF">2026-08-29T21:57:51Z</dcterms:created>
  <dcterms:modified xsi:type="dcterms:W3CDTF">2026-08-30T04:23:54Z</dcterms:modified>
</cp:coreProperties>
</file>